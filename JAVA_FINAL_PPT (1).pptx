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0.jpg" ContentType="image/jpeg"/>
  <Override PartName="/ppt/media/image13.jpg" ContentType="image/jpeg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84" r:id="rId5"/>
    <p:sldId id="286" r:id="rId6"/>
    <p:sldId id="259" r:id="rId7"/>
    <p:sldId id="274" r:id="rId8"/>
    <p:sldId id="293" r:id="rId9"/>
    <p:sldId id="269" r:id="rId10"/>
  </p:sldIdLst>
  <p:sldSz cx="10058400" cy="7772400"/>
  <p:notesSz cx="10058400" cy="77724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8473D027-2D39-438E-B197-D4A03EDBD15C}">
          <p14:sldIdLst>
            <p14:sldId id="256"/>
          </p14:sldIdLst>
        </p14:section>
        <p14:section name="Untitled Section" id="{CBC69FFB-D583-495B-93A7-7F281905401D}">
          <p14:sldIdLst>
            <p14:sldId id="257"/>
            <p14:sldId id="258"/>
            <p14:sldId id="284"/>
            <p14:sldId id="286"/>
            <p14:sldId id="259"/>
            <p14:sldId id="274"/>
            <p14:sldId id="293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69" d="100"/>
          <a:sy n="69" d="100"/>
        </p:scale>
        <p:origin x="169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295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6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e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database-data-storage-cylinder-149760/" TargetMode="External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9664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  <a:b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4894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VOTING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TEJASRI SAI SANTHOSH(24B11AI019)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D.SWETHA(24B11AI087)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M.CHITTI NAGA SAI(24B11AI228)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SAI HARSHITH(24B11AI248)</a:t>
            </a: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AIML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ED5C0-80C2-60AA-4AC8-C3F82CDE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88" y="5144302"/>
            <a:ext cx="4408011" cy="70788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Application with real-time result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4BC5F4-150E-5912-7D3A-3084C4431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89" y="1409148"/>
            <a:ext cx="4408012" cy="2954655"/>
          </a:xfrm>
        </p:spPr>
        <p:txBody>
          <a:bodyPr/>
          <a:lstStyle/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Voting System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raphic 11" descr="Id Badge">
            <a:extLst>
              <a:ext uri="{FF2B5EF4-FFF2-40B4-BE49-F238E27FC236}">
                <a16:creationId xmlns:a16="http://schemas.microsoft.com/office/drawing/2014/main" id="{9D6BD124-157B-3860-E2B4-B3922195B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8400" y="1187966"/>
            <a:ext cx="274320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E54978-D648-8CAF-6101-0AA29EBF41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388" y="4533715"/>
            <a:ext cx="4708833" cy="2636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628650" y="1243319"/>
            <a:ext cx="51039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Voting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application developed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voters to cast their votes electronically instead of using traditional paper ballots.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in conducting elections in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efficient, and reliable manner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enables voters to securely log in, view the list of candidates, and cast their votes through a computerized interface.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helps administrators manage elections, monitor voting activities, and generate results automatically.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36A909-AE7B-0B8D-7602-4A569B489B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7" r="7276"/>
          <a:stretch>
            <a:fillRect/>
          </a:stretch>
        </p:blipFill>
        <p:spPr>
          <a:xfrm>
            <a:off x="6035425" y="2057400"/>
            <a:ext cx="3470958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1C49-8824-9CD1-A9FB-4164A2A3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62A04FF2-8A16-5C67-4A10-E590A41B20BB}"/>
              </a:ext>
            </a:extLst>
          </p:cNvPr>
          <p:cNvGrpSpPr/>
          <p:nvPr/>
        </p:nvGrpSpPr>
        <p:grpSpPr>
          <a:xfrm>
            <a:off x="2819400" y="60960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19455CF-F7F1-B792-0F72-74FB1658C8D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A96FD01-FE56-A244-D089-B53242350DA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7085CF7-43DC-18EA-E9D6-C06D3F10541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6B6AA9F-D45B-54B3-7E51-4AE4CCCE3F5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</a:p>
            <a:p>
              <a:pPr algn="ctr"/>
              <a:endPara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22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C04DCBE-BBD1-D203-CBB1-9007EE3C4AF7}"/>
              </a:ext>
            </a:extLst>
          </p:cNvPr>
          <p:cNvSpPr txBox="1"/>
          <p:nvPr/>
        </p:nvSpPr>
        <p:spPr>
          <a:xfrm>
            <a:off x="2514600" y="3675556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951F1-A51A-E176-217E-ED8E61F4E6E1}"/>
              </a:ext>
            </a:extLst>
          </p:cNvPr>
          <p:cNvSpPr txBox="1"/>
          <p:nvPr/>
        </p:nvSpPr>
        <p:spPr>
          <a:xfrm>
            <a:off x="1981200" y="28956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AE6486-62DD-8061-E0AD-73B257A54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98280"/>
            <a:ext cx="5334744" cy="42106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E6E774-4E57-9D0F-632A-94A47767F3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78" y="2052547"/>
            <a:ext cx="3541644" cy="390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7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72F3A69-B7B7-2E09-C913-EEAC8818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562EA-1D0B-D325-0EC4-38FCDFE0B9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150C609-194C-4E60-706D-9C7DDD1BA32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557713" y="1741170"/>
            <a:ext cx="4997767" cy="4147289"/>
          </a:xfr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application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conducting elections digitally.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voters to cast their votes securely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system.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duplicate voting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verifying voter identity.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voting data safely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database.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count votes and generate results quickly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effort, time, and errors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election process.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0061D0D4-4E18-F716-A0E6-510CEFD1D0EF}"/>
              </a:ext>
            </a:extLst>
          </p:cNvPr>
          <p:cNvGrpSpPr/>
          <p:nvPr/>
        </p:nvGrpSpPr>
        <p:grpSpPr>
          <a:xfrm>
            <a:off x="2819400" y="60960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66094BCB-BBF0-FF3C-8246-3BF8E9A36F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EA8998C-5C06-9089-5E44-B052D9E1E66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B38472D3-FD5E-EF17-A5CC-4242E201453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05C1B40-B2A5-3495-F71B-12762C23D4EF}"/>
                </a:ext>
              </a:extLst>
            </p:cNvPr>
            <p:cNvSpPr/>
            <p:nvPr/>
          </p:nvSpPr>
          <p:spPr>
            <a:xfrm>
              <a:off x="2969498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Objectives</a:t>
              </a:r>
            </a:p>
            <a:p>
              <a:pPr algn="ctr"/>
              <a:endPara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22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7AC3BF7-D63B-7D77-D404-212C48B18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037494"/>
            <a:ext cx="3840481" cy="304324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261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344896"/>
            <a:ext cx="5103904" cy="1636304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754422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9040C8-E1CE-A0EF-6258-E06EAA42D6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1" r="4648" b="1"/>
          <a:stretch>
            <a:fillRect/>
          </a:stretch>
        </p:blipFill>
        <p:spPr>
          <a:xfrm>
            <a:off x="76200" y="1097987"/>
            <a:ext cx="6172200" cy="6530886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C52893C-5094-77A7-F739-3359E65555AE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385086" y="1765913"/>
            <a:ext cx="4375404" cy="368562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manages and controls the entire voting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Person Details: Manage election organizer information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List: View all registered candidates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Voting: Monitor voting process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Board: View candidate vote counts and rankings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Candidate: Add new candidates to the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B0A686C3-D8C4-6247-5D18-DB9B451B7060}"/>
              </a:ext>
            </a:extLst>
          </p:cNvPr>
          <p:cNvGrpSpPr/>
          <p:nvPr/>
        </p:nvGrpSpPr>
        <p:grpSpPr>
          <a:xfrm>
            <a:off x="2634964" y="79842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AAB6571D-EE3C-3F09-50F2-DBDE98655C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0190BE47-D723-6C71-DA74-D8341220BCB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9128FD2A-3D69-69A4-62B9-C3CFA6A6594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7E317AF7-DE5A-8213-5647-B64A997D2D2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26B6CD6-3C49-CC32-4C53-E233DC27C601}"/>
              </a:ext>
            </a:extLst>
          </p:cNvPr>
          <p:cNvSpPr txBox="1"/>
          <p:nvPr/>
        </p:nvSpPr>
        <p:spPr>
          <a:xfrm>
            <a:off x="3997455" y="315586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95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atabase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F5E2EE77-59CB-1AE9-9CEE-89BB39A62B0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3F6589-BFA1-7921-DC13-DD166C4A3C14}"/>
              </a:ext>
            </a:extLst>
          </p:cNvPr>
          <p:cNvSpPr txBox="1"/>
          <p:nvPr/>
        </p:nvSpPr>
        <p:spPr>
          <a:xfrm>
            <a:off x="7868756" y="320752"/>
            <a:ext cx="502920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5F709-1321-C15D-49E8-366252C20F5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4455066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and manages information related to voters, candidates, and votes. It is connected to the Java application using 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Tables</a:t>
            </a:r>
            <a:r>
              <a:rPr lang="en-US" sz="1800" b="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Voter Table</a:t>
            </a:r>
            <a:r>
              <a:rPr lang="en-US" sz="1800" b="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Stores voter details and voting status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Table: </a:t>
            </a:r>
            <a:r>
              <a:rPr lang="en-US" sz="1800" b="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candidate information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Vote Table</a:t>
            </a:r>
            <a:r>
              <a:rPr lang="en-US" sz="1800" b="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Stores voting records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BF8734-4C47-D621-611D-789D47520C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50000"/>
                    </a14:imgEffect>
                    <a14:imgEffect>
                      <a14:colorTemperature colorTemp="72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t="810" r="-2" b="-2"/>
          <a:stretch>
            <a:fillRect/>
          </a:stretch>
        </p:blipFill>
        <p:spPr>
          <a:xfrm>
            <a:off x="-192425" y="1589617"/>
            <a:ext cx="5221625" cy="625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DFB06-E643-99AF-9E03-CE296E47423B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3624069"/>
          </a:xfrm>
        </p:spPr>
        <p:txBody>
          <a:bodyPr/>
          <a:lstStyle/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Voting System provides a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efficient digital voting platform</a:t>
            </a: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election management and reduces manual effort.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vote counting and quick result generation</a:t>
            </a: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transparency, reliability, and efficiency</a:t>
            </a: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election process.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13BE3-505B-1E29-95B1-5E2C64851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0" r="1522" b="1401"/>
          <a:stretch>
            <a:fillRect/>
          </a:stretch>
        </p:blipFill>
        <p:spPr>
          <a:xfrm>
            <a:off x="28029" y="1355456"/>
            <a:ext cx="4876800" cy="5994175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83D2DF68-933B-2749-BFF2-AE29EF7314F6}"/>
              </a:ext>
            </a:extLst>
          </p:cNvPr>
          <p:cNvGrpSpPr/>
          <p:nvPr/>
        </p:nvGrpSpPr>
        <p:grpSpPr>
          <a:xfrm>
            <a:off x="2847737" y="225894"/>
            <a:ext cx="4585268" cy="522565"/>
            <a:chOff x="2828925" y="243549"/>
            <a:chExt cx="4585268" cy="522565"/>
          </a:xfrm>
        </p:grpSpPr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E0FBAD8A-36CB-1D1B-FC11-F2E506EF27D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7392EC3E-6FED-0E19-5803-26A0A1BF45E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sz="2000" dirty="0">
                  <a:solidFill>
                    <a:schemeClr val="bg1"/>
                  </a:solidFill>
                  <a:latin typeface="Aharoni" panose="020F0502020204030204" pitchFamily="2" charset="-79"/>
                  <a:cs typeface="Aharoni" panose="020F0502020204030204" pitchFamily="2" charset="-79"/>
                </a:rPr>
                <a:t>		Conclusion</a:t>
              </a:r>
              <a:endParaRPr sz="2000" dirty="0">
                <a:solidFill>
                  <a:schemeClr val="bg1"/>
                </a:solidFill>
                <a:latin typeface="Aharoni" panose="020F0502020204030204" pitchFamily="2" charset="-79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976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3131</TotalTime>
  <Words>364</Words>
  <Application>Microsoft Office PowerPoint</Application>
  <PresentationFormat>Custom</PresentationFormat>
  <Paragraphs>52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Aharoni</vt:lpstr>
      <vt:lpstr>Arial</vt:lpstr>
      <vt:lpstr>Calibri</vt:lpstr>
      <vt:lpstr>Palatino Linotype</vt:lpstr>
      <vt:lpstr>Times New Roman</vt:lpstr>
      <vt:lpstr>Wingdings</vt:lpstr>
      <vt:lpstr>Office Theme</vt:lpstr>
      <vt:lpstr>JAVA PROGRAMMING FINAL REVIEW</vt:lpstr>
      <vt:lpstr>Desktop Application with real-time result Dashboard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24B11AI087</cp:lastModifiedBy>
  <cp:revision>58</cp:revision>
  <cp:lastPrinted>2025-10-14T18:21:49Z</cp:lastPrinted>
  <dcterms:created xsi:type="dcterms:W3CDTF">2025-10-10T08:28:06Z</dcterms:created>
  <dcterms:modified xsi:type="dcterms:W3CDTF">2026-04-05T04:34:41Z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